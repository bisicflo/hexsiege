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  <p:sldId id="262" r:id="rId5"/>
    <p:sldId id="256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17"/>
    <a:srgbClr val="61CBF4"/>
    <a:srgbClr val="FFFFFF"/>
    <a:srgbClr val="EF52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144" autoAdjust="0"/>
  </p:normalViewPr>
  <p:slideViewPr>
    <p:cSldViewPr snapToGrid="0">
      <p:cViewPr varScale="1">
        <p:scale>
          <a:sx n="101" d="100"/>
          <a:sy n="101" d="100"/>
        </p:scale>
        <p:origin x="1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870A-D25F-A66B-ED2E-3A987B98B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E1106-9481-BC29-3399-BA8B136B8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532CC-354D-8044-E95D-397BB62E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D99F0-CACF-F2C7-97AF-200BEC08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8260-E7E1-CBC4-AC23-C084704C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3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9A5B-6316-3E4F-6AE0-5C1C7969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467F-BF28-5A3B-E868-30AED12A6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FDE80-F733-BE56-7F2B-C0069661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CF465-97FE-7F52-9F22-BE3DE305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CDF3-BEFA-C85E-2FD3-F952190F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4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7A06-2BF9-5A3B-2B76-625A11F6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88126-7949-B6D3-F9C0-4EFFEDD65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31CE1-1235-AE89-C8A5-D91FA05E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BC242-3E54-E2A0-7F28-66D6CF0D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10B73-3665-3A55-AD6C-7EEC2813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2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2B8C-417A-AD24-88B8-72BE0074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8C646-EF4A-C6BB-E3CF-7F1A4A726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47B80-4224-3833-1C99-B38A8BF3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10EDF-2E34-1760-7A5B-1C6E2298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A347-9C37-52C9-2BE7-C24C3565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80D74-79C6-E4FE-1DE7-C00A143B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782C-BC84-BA08-BF96-95657260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EC6C5-B47C-5A45-2A2B-D027351D4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64EC4-AF00-0E21-E045-2004B9CA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A958D-6B72-5F3E-8A2D-8F32498CE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91B09-4D50-F3EA-FEFA-C97C76867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61B57-1D5E-FC39-A641-42C0F2D2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CB4DE-3B44-8BE3-B702-89406DC2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A7E098-71DE-5390-F021-9CEE9DDB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49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4BDC-6518-5839-31BB-D8AE111C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4F440-BA48-4197-B30E-3F4A7704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278FB-3E22-E9A1-0224-3FCF29BC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5F226-D059-4EE1-F63C-21A0B278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1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5F2CC-B647-CB10-3295-136BAC64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2705F-5D7F-67F1-B350-D3C0F728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7B3CA-4519-4ECF-3B69-DE75B763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4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3376-6CF7-95B6-BF29-633BB487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7A362-D573-71E0-EF18-454A34C3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84A6E-CA8E-6B51-A538-2B036BD69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AE68B-6262-9B40-6916-CBE47646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6AD82-AB11-D8C0-97C1-A2FA68BD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5A7EF-598D-6DED-40C9-AC673E99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0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B941-C2BA-94E4-73DE-222B8FC9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2AB65-0E9C-30AC-F1A1-B5C2B9604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02317-04AE-0186-E131-953EF1CCE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5908F-C356-04D0-AFFE-C8A1994F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E2A61-B442-BED8-7F3E-1988F249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61416-0E7B-EA2B-9389-9A5B6109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0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D7B3-09C2-F7B3-4E10-5BA6F702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80E7C-A872-42F2-D5C3-4298D64C5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C1DCC-5605-0A96-C986-CC8B4BD9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74628-5D44-088A-6C8D-D4E9645C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FFE5-3142-A232-FB79-336BAB17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5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9D974-2B2A-2752-3F69-5CDC5F9DE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4ABFB-40F1-09CC-864C-BFD934981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304B0-53DD-AD46-ADAF-3B05EA23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3FD74-EA06-39AF-6725-8CF1518E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E713F-1CC4-DDCF-8C1D-B78937C4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7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5B6B1-8D68-6AFE-89DE-71235817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5CE9D-C3B6-DF0B-4581-1D82BCEEE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2E15C-5B0C-A1B9-5B0F-69CD98094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C3E52-E728-49E2-8F12-4E6746BC927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6BAC-2BA3-588C-B410-A3FDC8DF9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3250-8893-8FF0-D12A-3B7BD867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5198C-7564-42A0-98E6-C7EC4E5B1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1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C0E4B-9039-95D1-284B-3AE591EF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A74ECF95-33FB-565B-93BB-D7C314A86211}"/>
              </a:ext>
            </a:extLst>
          </p:cNvPr>
          <p:cNvSpPr txBox="1"/>
          <p:nvPr/>
        </p:nvSpPr>
        <p:spPr>
          <a:xfrm>
            <a:off x="4982479" y="2581286"/>
            <a:ext cx="2055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noProof="1">
                <a:solidFill>
                  <a:schemeClr val="bg1"/>
                </a:solidFill>
              </a:rPr>
              <a:t>Blender Export Settings (for FBX)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40CEB0-2AFC-1E12-5319-1A0EC849D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1"/>
          <a:stretch>
            <a:fillRect/>
          </a:stretch>
        </p:blipFill>
        <p:spPr>
          <a:xfrm>
            <a:off x="4892506" y="3128042"/>
            <a:ext cx="2235315" cy="1878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C4A8B0-1CF2-A24F-B1DA-85497BD0B74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Blender</a:t>
            </a:r>
          </a:p>
        </p:txBody>
      </p:sp>
    </p:spTree>
    <p:extLst>
      <p:ext uri="{BB962C8B-B14F-4D97-AF65-F5344CB8AC3E}">
        <p14:creationId xmlns:p14="http://schemas.microsoft.com/office/powerpoint/2010/main" val="142968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04FAB-1271-F5B1-1B6A-12E777BB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8466E-BE0A-72D5-0E81-AB8FC682A09B}"/>
              </a:ext>
            </a:extLst>
          </p:cNvPr>
          <p:cNvSpPr txBox="1"/>
          <p:nvPr/>
        </p:nvSpPr>
        <p:spPr>
          <a:xfrm>
            <a:off x="2038463" y="2189909"/>
            <a:ext cx="770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/>
                </a:solidFill>
              </a:rPr>
              <a:t>Turrets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597C08-4384-6F38-9DB5-F5B906A8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85" y="2928847"/>
            <a:ext cx="377985" cy="417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CE5766-D0C9-49A2-9FE0-8308CA54C49E}"/>
              </a:ext>
            </a:extLst>
          </p:cNvPr>
          <p:cNvSpPr txBox="1"/>
          <p:nvPr/>
        </p:nvSpPr>
        <p:spPr>
          <a:xfrm>
            <a:off x="1040740" y="3366238"/>
            <a:ext cx="1280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World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0EF78-8358-438B-E70C-2E713E0177FA}"/>
              </a:ext>
            </a:extLst>
          </p:cNvPr>
          <p:cNvSpPr txBox="1"/>
          <p:nvPr/>
        </p:nvSpPr>
        <p:spPr>
          <a:xfrm>
            <a:off x="2666340" y="3366238"/>
            <a:ext cx="1436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Preview Model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E6B263B-5083-6D19-958D-2164A6A6B8A9}"/>
              </a:ext>
            </a:extLst>
          </p:cNvPr>
          <p:cNvGrpSpPr/>
          <p:nvPr/>
        </p:nvGrpSpPr>
        <p:grpSpPr>
          <a:xfrm>
            <a:off x="3117618" y="2947623"/>
            <a:ext cx="377985" cy="417768"/>
            <a:chOff x="2837270" y="2384998"/>
            <a:chExt cx="377985" cy="41776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A82EDD2-334A-B88B-07D0-C43455EF3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7270" y="2384998"/>
              <a:ext cx="377985" cy="417768"/>
            </a:xfrm>
            <a:prstGeom prst="rect">
              <a:avLst/>
            </a:prstGeom>
          </p:spPr>
        </p:pic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592490D-88FE-8610-E11C-5D362EEAA178}"/>
                </a:ext>
              </a:extLst>
            </p:cNvPr>
            <p:cNvSpPr/>
            <p:nvPr/>
          </p:nvSpPr>
          <p:spPr>
            <a:xfrm>
              <a:off x="2868495" y="2526815"/>
              <a:ext cx="145521" cy="238126"/>
            </a:xfrm>
            <a:custGeom>
              <a:avLst/>
              <a:gdLst>
                <a:gd name="csX0" fmla="*/ 0 w 156633"/>
                <a:gd name="csY0" fmla="*/ 0 h 266700"/>
                <a:gd name="csX1" fmla="*/ 156633 w 156633"/>
                <a:gd name="csY1" fmla="*/ 93133 h 266700"/>
                <a:gd name="csX2" fmla="*/ 143933 w 156633"/>
                <a:gd name="csY2" fmla="*/ 266700 h 266700"/>
                <a:gd name="csX3" fmla="*/ 0 w 156633"/>
                <a:gd name="csY3" fmla="*/ 167217 h 266700"/>
                <a:gd name="csX4" fmla="*/ 0 w 156633"/>
                <a:gd name="csY4" fmla="*/ 0 h 266700"/>
                <a:gd name="csX0" fmla="*/ 0 w 143933"/>
                <a:gd name="csY0" fmla="*/ 0 h 266700"/>
                <a:gd name="csX1" fmla="*/ 137583 w 143933"/>
                <a:gd name="csY1" fmla="*/ 89577 h 266700"/>
                <a:gd name="csX2" fmla="*/ 143933 w 143933"/>
                <a:gd name="csY2" fmla="*/ 266700 h 266700"/>
                <a:gd name="csX3" fmla="*/ 0 w 143933"/>
                <a:gd name="csY3" fmla="*/ 167217 h 266700"/>
                <a:gd name="csX4" fmla="*/ 0 w 143933"/>
                <a:gd name="csY4" fmla="*/ 0 h 266700"/>
                <a:gd name="csX0" fmla="*/ 0 w 145521"/>
                <a:gd name="csY0" fmla="*/ 0 h 266700"/>
                <a:gd name="csX1" fmla="*/ 145521 w 145521"/>
                <a:gd name="csY1" fmla="*/ 91356 h 266700"/>
                <a:gd name="csX2" fmla="*/ 143933 w 145521"/>
                <a:gd name="csY2" fmla="*/ 266700 h 266700"/>
                <a:gd name="csX3" fmla="*/ 0 w 145521"/>
                <a:gd name="csY3" fmla="*/ 167217 h 266700"/>
                <a:gd name="csX4" fmla="*/ 0 w 145521"/>
                <a:gd name="csY4" fmla="*/ 0 h 266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5521" h="266700">
                  <a:moveTo>
                    <a:pt x="0" y="0"/>
                  </a:moveTo>
                  <a:lnTo>
                    <a:pt x="145521" y="91356"/>
                  </a:lnTo>
                  <a:cubicBezTo>
                    <a:pt x="144992" y="149804"/>
                    <a:pt x="144462" y="208252"/>
                    <a:pt x="143933" y="266700"/>
                  </a:cubicBezTo>
                  <a:lnTo>
                    <a:pt x="0" y="167217"/>
                  </a:lnTo>
                  <a:lnTo>
                    <a:pt x="0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>
                  <a:lumMod val="8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ADAAEDA-D16F-7DE2-94C4-6BC90F239F1F}"/>
              </a:ext>
            </a:extLst>
          </p:cNvPr>
          <p:cNvSpPr txBox="1"/>
          <p:nvPr/>
        </p:nvSpPr>
        <p:spPr>
          <a:xfrm>
            <a:off x="1040740" y="4581032"/>
            <a:ext cx="1384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Layer : Default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325789-8386-3388-9D96-5C4DC1AA7A19}"/>
              </a:ext>
            </a:extLst>
          </p:cNvPr>
          <p:cNvSpPr txBox="1"/>
          <p:nvPr/>
        </p:nvSpPr>
        <p:spPr>
          <a:xfrm>
            <a:off x="2710870" y="4581032"/>
            <a:ext cx="1191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Layer : UI3D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6E07B7-E098-A7D0-0C33-C9773153357D}"/>
              </a:ext>
            </a:extLst>
          </p:cNvPr>
          <p:cNvCxnSpPr/>
          <p:nvPr/>
        </p:nvCxnSpPr>
        <p:spPr>
          <a:xfrm>
            <a:off x="2181457" y="3156507"/>
            <a:ext cx="663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899A4E5-9961-C612-6278-01BF7D8A360B}"/>
              </a:ext>
            </a:extLst>
          </p:cNvPr>
          <p:cNvSpPr txBox="1"/>
          <p:nvPr/>
        </p:nvSpPr>
        <p:spPr>
          <a:xfrm>
            <a:off x="1123230" y="5626549"/>
            <a:ext cx="1115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Tag : Turret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F15CE-52F2-D76E-522D-6CE089B2B242}"/>
              </a:ext>
            </a:extLst>
          </p:cNvPr>
          <p:cNvSpPr txBox="1"/>
          <p:nvPr/>
        </p:nvSpPr>
        <p:spPr>
          <a:xfrm>
            <a:off x="2666340" y="5626549"/>
            <a:ext cx="1215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Tag : Default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0CF97E-71C9-4EC2-2D11-A12F9194846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1">
                <a:solidFill>
                  <a:schemeClr val="bg1"/>
                </a:solidFill>
              </a:rPr>
              <a:t>Prefabs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29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1D8EA-4C0D-8426-FBE0-D887F4DA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D349D-CF4C-61EB-2923-D868D0DF656B}"/>
              </a:ext>
            </a:extLst>
          </p:cNvPr>
          <p:cNvSpPr txBox="1"/>
          <p:nvPr/>
        </p:nvSpPr>
        <p:spPr>
          <a:xfrm>
            <a:off x="5023949" y="2901359"/>
            <a:ext cx="629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noProof="1">
                <a:solidFill>
                  <a:schemeClr val="bg1"/>
                </a:solidFill>
              </a:rPr>
              <a:t>Baked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7FFE3-AC7A-0A1A-BFD0-F1F5FB39D8A5}"/>
              </a:ext>
            </a:extLst>
          </p:cNvPr>
          <p:cNvSpPr txBox="1"/>
          <p:nvPr/>
        </p:nvSpPr>
        <p:spPr>
          <a:xfrm>
            <a:off x="6201686" y="2901360"/>
            <a:ext cx="9140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noProof="1">
                <a:solidFill>
                  <a:schemeClr val="bg1"/>
                </a:solidFill>
              </a:rPr>
              <a:t>Real-Time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225B1-5BF1-CA79-DB18-D3BBFEB5C826}"/>
              </a:ext>
            </a:extLst>
          </p:cNvPr>
          <p:cNvSpPr txBox="1"/>
          <p:nvPr/>
        </p:nvSpPr>
        <p:spPr>
          <a:xfrm>
            <a:off x="2896253" y="3354868"/>
            <a:ext cx="1835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noProof="1">
                <a:solidFill>
                  <a:schemeClr val="bg1"/>
                </a:solidFill>
              </a:rPr>
              <a:t>Rendering Layer Mask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52496-769E-5510-3BBD-50C1B739936B}"/>
              </a:ext>
            </a:extLst>
          </p:cNvPr>
          <p:cNvSpPr txBox="1"/>
          <p:nvPr/>
        </p:nvSpPr>
        <p:spPr>
          <a:xfrm>
            <a:off x="5023949" y="3327677"/>
            <a:ext cx="718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noProof="1">
                <a:solidFill>
                  <a:schemeClr val="bg2">
                    <a:lumMod val="50000"/>
                  </a:schemeClr>
                </a:solidFill>
              </a:rPr>
              <a:t>Default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701BF-FAB5-60B4-F443-F4B052C2460C}"/>
              </a:ext>
            </a:extLst>
          </p:cNvPr>
          <p:cNvSpPr txBox="1"/>
          <p:nvPr/>
        </p:nvSpPr>
        <p:spPr>
          <a:xfrm>
            <a:off x="6101951" y="3327677"/>
            <a:ext cx="1102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noProof="1">
                <a:solidFill>
                  <a:schemeClr val="bg2">
                    <a:lumMod val="50000"/>
                  </a:schemeClr>
                </a:solidFill>
              </a:rPr>
              <a:t>Light Layer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881497-96CF-9B3F-7F98-7714069A8C9E}"/>
              </a:ext>
            </a:extLst>
          </p:cNvPr>
          <p:cNvCxnSpPr/>
          <p:nvPr/>
        </p:nvCxnSpPr>
        <p:spPr>
          <a:xfrm>
            <a:off x="4536286" y="3256005"/>
            <a:ext cx="34413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79CF08-6844-7C34-EB98-120ED3C3CC0F}"/>
              </a:ext>
            </a:extLst>
          </p:cNvPr>
          <p:cNvCxnSpPr/>
          <p:nvPr/>
        </p:nvCxnSpPr>
        <p:spPr>
          <a:xfrm>
            <a:off x="4894204" y="2901359"/>
            <a:ext cx="0" cy="1380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B5F89956-AFAE-617B-52D0-2D7A8C81F7B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1">
                <a:solidFill>
                  <a:schemeClr val="bg1"/>
                </a:solidFill>
              </a:rPr>
              <a:t>Lighting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CE394-7284-AF11-88F8-C826AEDD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82EE72-EFC3-04FD-DB91-364C791282CD}"/>
              </a:ext>
            </a:extLst>
          </p:cNvPr>
          <p:cNvSpPr txBox="1"/>
          <p:nvPr/>
        </p:nvSpPr>
        <p:spPr>
          <a:xfrm>
            <a:off x="4068282" y="3967225"/>
            <a:ext cx="202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</a:rPr>
              <a:t>CharacterStat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797966F-BB0B-22AB-4462-BC2D39ACEABD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6096000" y="3645641"/>
            <a:ext cx="1056017" cy="5062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82DBC7-1544-6CDD-BB91-CBA420217091}"/>
              </a:ext>
            </a:extLst>
          </p:cNvPr>
          <p:cNvSpPr txBox="1"/>
          <p:nvPr/>
        </p:nvSpPr>
        <p:spPr>
          <a:xfrm>
            <a:off x="7152017" y="3491752"/>
            <a:ext cx="15448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Cascadia Mono" panose="020B0609020000020004" pitchFamily="49" charset="0"/>
              </a:rPr>
              <a:t>Float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Mono" panose="020B0609020000020004" pitchFamily="49" charset="0"/>
              </a:rPr>
              <a:t> Value</a:t>
            </a:r>
            <a:endParaRPr 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5BFB05C-E783-7459-508B-2B262D607BC6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096000" y="4151891"/>
            <a:ext cx="1056017" cy="5062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3D0EA5-06B5-A68C-016E-3F89D83D6434}"/>
              </a:ext>
            </a:extLst>
          </p:cNvPr>
          <p:cNvSpPr txBox="1"/>
          <p:nvPr/>
        </p:nvSpPr>
        <p:spPr>
          <a:xfrm>
            <a:off x="7202467" y="4504252"/>
            <a:ext cx="3653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scadia Mono" panose="020B0609020000020004" pitchFamily="49" charset="0"/>
              </a:rPr>
              <a:t>List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scadia Mono" panose="020B0609020000020004" pitchFamily="49" charset="0"/>
              </a:rPr>
              <a:t>StatModifier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Mono" panose="020B0609020000020004" pitchFamily="49" charset="0"/>
              </a:rPr>
              <a:t>&gt; statModifiers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7A1A8-F2C6-4793-9E40-C4897AF845C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1">
                <a:solidFill>
                  <a:schemeClr val="bg1"/>
                </a:solidFill>
              </a:rPr>
              <a:t>Stats System</a:t>
            </a:r>
          </a:p>
        </p:txBody>
      </p:sp>
    </p:spTree>
    <p:extLst>
      <p:ext uri="{BB962C8B-B14F-4D97-AF65-F5344CB8AC3E}">
        <p14:creationId xmlns:p14="http://schemas.microsoft.com/office/powerpoint/2010/main" val="322917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C3E6F30-D480-2BDB-1273-D4114BA5C1C5}"/>
              </a:ext>
            </a:extLst>
          </p:cNvPr>
          <p:cNvSpPr/>
          <p:nvPr/>
        </p:nvSpPr>
        <p:spPr>
          <a:xfrm>
            <a:off x="20795" y="220965"/>
            <a:ext cx="1253181" cy="19413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939119-8BC2-69C5-0A70-3265D7405B9D}"/>
              </a:ext>
            </a:extLst>
          </p:cNvPr>
          <p:cNvGrpSpPr/>
          <p:nvPr/>
        </p:nvGrpSpPr>
        <p:grpSpPr>
          <a:xfrm>
            <a:off x="8994141" y="2062480"/>
            <a:ext cx="1624493" cy="342900"/>
            <a:chOff x="4305301" y="2484120"/>
            <a:chExt cx="1624493" cy="342900"/>
          </a:xfrm>
        </p:grpSpPr>
        <p:sp>
          <p:nvSpPr>
            <p:cNvPr id="5" name="Rectangle: Single Corner Snipped 4">
              <a:extLst>
                <a:ext uri="{FF2B5EF4-FFF2-40B4-BE49-F238E27FC236}">
                  <a16:creationId xmlns:a16="http://schemas.microsoft.com/office/drawing/2014/main" id="{0D3BE54D-9AAB-360D-6CF2-3DBEF993A995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056C85-0672-3005-D825-4314F2E5053A}"/>
                </a:ext>
              </a:extLst>
            </p:cNvPr>
            <p:cNvSpPr txBox="1"/>
            <p:nvPr/>
          </p:nvSpPr>
          <p:spPr>
            <a:xfrm>
              <a:off x="4566920" y="2565410"/>
              <a:ext cx="13628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ActionMapManager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721796-156C-D582-B92A-3399B864DEB0}"/>
              </a:ext>
            </a:extLst>
          </p:cNvPr>
          <p:cNvGrpSpPr/>
          <p:nvPr/>
        </p:nvGrpSpPr>
        <p:grpSpPr>
          <a:xfrm>
            <a:off x="8424486" y="3332313"/>
            <a:ext cx="1085884" cy="342900"/>
            <a:chOff x="4305301" y="2484120"/>
            <a:chExt cx="1085884" cy="342900"/>
          </a:xfrm>
        </p:grpSpPr>
        <p:sp>
          <p:nvSpPr>
            <p:cNvPr id="11" name="Rectangle: Single Corner Snipped 10">
              <a:extLst>
                <a:ext uri="{FF2B5EF4-FFF2-40B4-BE49-F238E27FC236}">
                  <a16:creationId xmlns:a16="http://schemas.microsoft.com/office/drawing/2014/main" id="{20E3612C-3A54-0131-7DA1-21EDFCD2F3C4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F4B5D8-E897-2737-7166-B00F3F75CB7E}"/>
                </a:ext>
              </a:extLst>
            </p:cNvPr>
            <p:cNvSpPr txBox="1"/>
            <p:nvPr/>
          </p:nvSpPr>
          <p:spPr>
            <a:xfrm>
              <a:off x="4566920" y="2565410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UIManager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691A00-B8D8-59C8-F285-B40E844789CB}"/>
              </a:ext>
            </a:extLst>
          </p:cNvPr>
          <p:cNvGrpSpPr/>
          <p:nvPr/>
        </p:nvGrpSpPr>
        <p:grpSpPr>
          <a:xfrm>
            <a:off x="10455970" y="3437265"/>
            <a:ext cx="1225344" cy="342900"/>
            <a:chOff x="4305301" y="2484120"/>
            <a:chExt cx="1225344" cy="342900"/>
          </a:xfrm>
        </p:grpSpPr>
        <p:sp>
          <p:nvSpPr>
            <p:cNvPr id="14" name="Rectangle: Single Corner Snipped 13">
              <a:extLst>
                <a:ext uri="{FF2B5EF4-FFF2-40B4-BE49-F238E27FC236}">
                  <a16:creationId xmlns:a16="http://schemas.microsoft.com/office/drawing/2014/main" id="{7D40DE53-A98A-E864-153E-8429D9782C70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FE22DB-2A01-0014-4AE8-F262416CBBF1}"/>
                </a:ext>
              </a:extLst>
            </p:cNvPr>
            <p:cNvSpPr txBox="1"/>
            <p:nvPr/>
          </p:nvSpPr>
          <p:spPr>
            <a:xfrm>
              <a:off x="4566920" y="2565410"/>
              <a:ext cx="9637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ScreenButton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7D1F32-5360-A0AD-4C36-D5F22AB6286A}"/>
              </a:ext>
            </a:extLst>
          </p:cNvPr>
          <p:cNvCxnSpPr>
            <a:cxnSpLocks/>
            <a:stCxn id="14" idx="2"/>
            <a:endCxn id="12" idx="3"/>
          </p:cNvCxnSpPr>
          <p:nvPr/>
        </p:nvCxnSpPr>
        <p:spPr>
          <a:xfrm flipH="1" flipV="1">
            <a:off x="9510370" y="3544408"/>
            <a:ext cx="945600" cy="52877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9E69CC-EE73-DE08-8D7B-C31DBA745171}"/>
              </a:ext>
            </a:extLst>
          </p:cNvPr>
          <p:cNvGrpSpPr/>
          <p:nvPr/>
        </p:nvGrpSpPr>
        <p:grpSpPr>
          <a:xfrm>
            <a:off x="8976836" y="379740"/>
            <a:ext cx="1310304" cy="342900"/>
            <a:chOff x="4305301" y="2484120"/>
            <a:chExt cx="1310304" cy="342900"/>
          </a:xfrm>
        </p:grpSpPr>
        <p:sp>
          <p:nvSpPr>
            <p:cNvPr id="24" name="Rectangle: Single Corner Snipped 23">
              <a:extLst>
                <a:ext uri="{FF2B5EF4-FFF2-40B4-BE49-F238E27FC236}">
                  <a16:creationId xmlns:a16="http://schemas.microsoft.com/office/drawing/2014/main" id="{29CD798F-7B69-ED79-542E-4830D96EEE9A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528CA9-466B-9BC8-7108-7059A12D1166}"/>
                </a:ext>
              </a:extLst>
            </p:cNvPr>
            <p:cNvSpPr txBox="1"/>
            <p:nvPr/>
          </p:nvSpPr>
          <p:spPr>
            <a:xfrm>
              <a:off x="4566920" y="2565410"/>
              <a:ext cx="104868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TouchManager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371DF3-A587-3A52-6B34-C299769E898F}"/>
              </a:ext>
            </a:extLst>
          </p:cNvPr>
          <p:cNvGrpSpPr/>
          <p:nvPr/>
        </p:nvGrpSpPr>
        <p:grpSpPr>
          <a:xfrm>
            <a:off x="8976836" y="1180465"/>
            <a:ext cx="1868149" cy="342900"/>
            <a:chOff x="4305301" y="2484120"/>
            <a:chExt cx="1868149" cy="342900"/>
          </a:xfrm>
        </p:grpSpPr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28DFAE87-6F02-D78D-DDBF-ED961FC79036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811AD9D-D02A-3949-3C48-A8AC52E5B3F6}"/>
                </a:ext>
              </a:extLst>
            </p:cNvPr>
            <p:cNvSpPr txBox="1"/>
            <p:nvPr/>
          </p:nvSpPr>
          <p:spPr>
            <a:xfrm>
              <a:off x="4566920" y="2565410"/>
              <a:ext cx="16065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MobileCameraController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FEC02F8-F9C9-C4FB-6F19-9D0AFB5FD4F8}"/>
              </a:ext>
            </a:extLst>
          </p:cNvPr>
          <p:cNvGrpSpPr/>
          <p:nvPr/>
        </p:nvGrpSpPr>
        <p:grpSpPr>
          <a:xfrm>
            <a:off x="2758417" y="2193285"/>
            <a:ext cx="802152" cy="342900"/>
            <a:chOff x="4305301" y="2484120"/>
            <a:chExt cx="802152" cy="342900"/>
          </a:xfrm>
        </p:grpSpPr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EC25CA1C-4D01-82AD-AC1C-70A29D73D3A2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129F2E-6094-CA08-9726-A5FD2AAAF2D2}"/>
                </a:ext>
              </a:extLst>
            </p:cNvPr>
            <p:cNvSpPr txBox="1"/>
            <p:nvPr/>
          </p:nvSpPr>
          <p:spPr>
            <a:xfrm>
              <a:off x="4566920" y="2565410"/>
              <a:ext cx="5405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Player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91EB4EC-6173-EEF5-8840-C5C4849D45C6}"/>
              </a:ext>
            </a:extLst>
          </p:cNvPr>
          <p:cNvGrpSpPr/>
          <p:nvPr/>
        </p:nvGrpSpPr>
        <p:grpSpPr>
          <a:xfrm>
            <a:off x="2903207" y="358730"/>
            <a:ext cx="1358109" cy="509906"/>
            <a:chOff x="3052838" y="601133"/>
            <a:chExt cx="1358109" cy="50990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B76E7E-BEA5-25F3-6464-0918AE26C644}"/>
                </a:ext>
              </a:extLst>
            </p:cNvPr>
            <p:cNvSpPr txBox="1"/>
            <p:nvPr/>
          </p:nvSpPr>
          <p:spPr>
            <a:xfrm>
              <a:off x="3418368" y="722640"/>
              <a:ext cx="9925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MyPlayerData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4E4F361-58DE-C45E-3791-27E0E56B5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2838" y="601133"/>
              <a:ext cx="460975" cy="509906"/>
            </a:xfrm>
            <a:prstGeom prst="rect">
              <a:avLst/>
            </a:pr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445547-5AFC-5BF9-28B6-FEE324143120}"/>
              </a:ext>
            </a:extLst>
          </p:cNvPr>
          <p:cNvCxnSpPr>
            <a:cxnSpLocks/>
          </p:cNvCxnSpPr>
          <p:nvPr/>
        </p:nvCxnSpPr>
        <p:spPr>
          <a:xfrm flipH="1">
            <a:off x="215528" y="563866"/>
            <a:ext cx="491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4D1340-6AF0-92A7-049A-3CCE894E5094}"/>
              </a:ext>
            </a:extLst>
          </p:cNvPr>
          <p:cNvCxnSpPr>
            <a:cxnSpLocks/>
          </p:cNvCxnSpPr>
          <p:nvPr/>
        </p:nvCxnSpPr>
        <p:spPr>
          <a:xfrm flipH="1">
            <a:off x="248918" y="1261755"/>
            <a:ext cx="491067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4EDCE82-061F-ACF6-42C0-C63FD89D4E5D}"/>
              </a:ext>
            </a:extLst>
          </p:cNvPr>
          <p:cNvGrpSpPr/>
          <p:nvPr/>
        </p:nvGrpSpPr>
        <p:grpSpPr>
          <a:xfrm>
            <a:off x="4608392" y="2193285"/>
            <a:ext cx="1246184" cy="342900"/>
            <a:chOff x="4305301" y="2484120"/>
            <a:chExt cx="1246184" cy="342900"/>
          </a:xfrm>
        </p:grpSpPr>
        <p:sp>
          <p:nvSpPr>
            <p:cNvPr id="50" name="Rectangle: Single Corner Snipped 49">
              <a:extLst>
                <a:ext uri="{FF2B5EF4-FFF2-40B4-BE49-F238E27FC236}">
                  <a16:creationId xmlns:a16="http://schemas.microsoft.com/office/drawing/2014/main" id="{970C4C72-8C39-D2C0-F08B-8E0173E5A64C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DD8C65E-7037-E6B9-B618-D196BB131518}"/>
                </a:ext>
              </a:extLst>
            </p:cNvPr>
            <p:cNvSpPr txBox="1"/>
            <p:nvPr/>
          </p:nvSpPr>
          <p:spPr>
            <a:xfrm>
              <a:off x="4566920" y="2565410"/>
              <a:ext cx="9845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ShopManager</a:t>
              </a: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7B006A-F525-131A-A47F-2ACF52378B43}"/>
              </a:ext>
            </a:extLst>
          </p:cNvPr>
          <p:cNvCxnSpPr>
            <a:cxnSpLocks/>
          </p:cNvCxnSpPr>
          <p:nvPr/>
        </p:nvCxnSpPr>
        <p:spPr>
          <a:xfrm flipH="1">
            <a:off x="3339774" y="996560"/>
            <a:ext cx="19327" cy="123737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DE19A3-2EEC-0537-C1F2-D25E78848598}"/>
              </a:ext>
            </a:extLst>
          </p:cNvPr>
          <p:cNvSpPr txBox="1"/>
          <p:nvPr/>
        </p:nvSpPr>
        <p:spPr>
          <a:xfrm>
            <a:off x="244193" y="1802957"/>
            <a:ext cx="7633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noProof="1">
                <a:solidFill>
                  <a:schemeClr val="accent5">
                    <a:lumMod val="60000"/>
                    <a:lumOff val="40000"/>
                  </a:schemeClr>
                </a:solidFill>
              </a:rPr>
              <a:t>Singletton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15FE9-AF05-C281-599F-DA5DB17A9BB5}"/>
              </a:ext>
            </a:extLst>
          </p:cNvPr>
          <p:cNvGrpSpPr/>
          <p:nvPr/>
        </p:nvGrpSpPr>
        <p:grpSpPr>
          <a:xfrm>
            <a:off x="521422" y="3912943"/>
            <a:ext cx="1273434" cy="342900"/>
            <a:chOff x="4305301" y="2484120"/>
            <a:chExt cx="1273434" cy="342900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C90117BD-9E78-FCD4-B44D-731404EE669F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FDD0FF-B342-A4CA-78C7-2ED7549AC43C}"/>
                </a:ext>
              </a:extLst>
            </p:cNvPr>
            <p:cNvSpPr txBox="1"/>
            <p:nvPr/>
          </p:nvSpPr>
          <p:spPr>
            <a:xfrm>
              <a:off x="4566920" y="2565410"/>
              <a:ext cx="10118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WaveSpawner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AF18C1-C2A4-E183-C494-C945532536F7}"/>
              </a:ext>
            </a:extLst>
          </p:cNvPr>
          <p:cNvGrpSpPr/>
          <p:nvPr/>
        </p:nvGrpSpPr>
        <p:grpSpPr>
          <a:xfrm>
            <a:off x="6649518" y="344119"/>
            <a:ext cx="1369331" cy="509906"/>
            <a:chOff x="3052838" y="601133"/>
            <a:chExt cx="1369331" cy="50990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6B1E73-1616-A78E-F563-7007409D8841}"/>
                </a:ext>
              </a:extLst>
            </p:cNvPr>
            <p:cNvSpPr txBox="1"/>
            <p:nvPr/>
          </p:nvSpPr>
          <p:spPr>
            <a:xfrm>
              <a:off x="3418368" y="722640"/>
              <a:ext cx="100380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InventoryData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AD2C774-8F24-B345-A669-03B4C08EC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2838" y="601133"/>
              <a:ext cx="460975" cy="50990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534D88-4B5B-7B09-CE74-F93A960D3BFA}"/>
              </a:ext>
            </a:extLst>
          </p:cNvPr>
          <p:cNvGrpSpPr/>
          <p:nvPr/>
        </p:nvGrpSpPr>
        <p:grpSpPr>
          <a:xfrm>
            <a:off x="6364572" y="2233930"/>
            <a:ext cx="1249390" cy="342900"/>
            <a:chOff x="4305301" y="2484120"/>
            <a:chExt cx="1249390" cy="342900"/>
          </a:xfrm>
        </p:grpSpPr>
        <p:sp>
          <p:nvSpPr>
            <p:cNvPr id="43" name="Rectangle: Single Corner Snipped 42">
              <a:extLst>
                <a:ext uri="{FF2B5EF4-FFF2-40B4-BE49-F238E27FC236}">
                  <a16:creationId xmlns:a16="http://schemas.microsoft.com/office/drawing/2014/main" id="{B5B5C975-9A08-62D2-AEEF-A01A6DF4D0A9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684EDB-B0EB-7FAA-4A1F-773FB60DDE50}"/>
                </a:ext>
              </a:extLst>
            </p:cNvPr>
            <p:cNvSpPr txBox="1"/>
            <p:nvPr/>
          </p:nvSpPr>
          <p:spPr>
            <a:xfrm>
              <a:off x="4566920" y="2565410"/>
              <a:ext cx="9877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BuildManager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C23C65-FE74-E2D1-FD65-EE9D9169C291}"/>
              </a:ext>
            </a:extLst>
          </p:cNvPr>
          <p:cNvCxnSpPr>
            <a:cxnSpLocks/>
          </p:cNvCxnSpPr>
          <p:nvPr/>
        </p:nvCxnSpPr>
        <p:spPr>
          <a:xfrm>
            <a:off x="7015048" y="854025"/>
            <a:ext cx="0" cy="1289745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AB9917-8196-47F7-D2CF-AB0572A7BA86}"/>
              </a:ext>
            </a:extLst>
          </p:cNvPr>
          <p:cNvGrpSpPr/>
          <p:nvPr/>
        </p:nvGrpSpPr>
        <p:grpSpPr>
          <a:xfrm>
            <a:off x="2681061" y="3953588"/>
            <a:ext cx="835815" cy="342900"/>
            <a:chOff x="4305301" y="2484120"/>
            <a:chExt cx="835815" cy="342900"/>
          </a:xfrm>
        </p:grpSpPr>
        <p:sp>
          <p:nvSpPr>
            <p:cNvPr id="58" name="Rectangle: Single Corner Snipped 57">
              <a:extLst>
                <a:ext uri="{FF2B5EF4-FFF2-40B4-BE49-F238E27FC236}">
                  <a16:creationId xmlns:a16="http://schemas.microsoft.com/office/drawing/2014/main" id="{61C360EE-C5B6-3DDB-02A3-7639D120E405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3245741-5CE3-5571-D592-F8B03EF13A05}"/>
                </a:ext>
              </a:extLst>
            </p:cNvPr>
            <p:cNvSpPr txBox="1"/>
            <p:nvPr/>
          </p:nvSpPr>
          <p:spPr>
            <a:xfrm>
              <a:off x="4566920" y="2565410"/>
              <a:ext cx="5741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Enemy</a:t>
              </a: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058ACD8-2454-6CE2-A707-BA1C1CFD7E3E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794856" y="4125038"/>
            <a:ext cx="737258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38969F0-8755-3483-25C2-BCC27A38F91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290303" y="2536185"/>
            <a:ext cx="0" cy="124398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AB5492F-A4A8-5B37-4727-6A17AF94267D}"/>
              </a:ext>
            </a:extLst>
          </p:cNvPr>
          <p:cNvSpPr txBox="1"/>
          <p:nvPr/>
        </p:nvSpPr>
        <p:spPr>
          <a:xfrm>
            <a:off x="2532114" y="3007957"/>
            <a:ext cx="635109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50" noProof="1">
                <a:solidFill>
                  <a:schemeClr val="bg1">
                    <a:lumMod val="50000"/>
                  </a:schemeClr>
                </a:solidFill>
              </a:rPr>
              <a:t>Damage</a:t>
            </a:r>
          </a:p>
          <a:p>
            <a:pPr algn="ctr"/>
            <a:r>
              <a:rPr lang="fr-FR" sz="1050" noProof="1">
                <a:solidFill>
                  <a:schemeClr val="bg1">
                    <a:lumMod val="50000"/>
                  </a:schemeClr>
                </a:solidFill>
              </a:rPr>
              <a:t>Money</a:t>
            </a:r>
          </a:p>
          <a:p>
            <a:pPr algn="ctr"/>
            <a:r>
              <a:rPr lang="fr-FR" sz="1050" noProof="1">
                <a:solidFill>
                  <a:schemeClr val="bg1">
                    <a:lumMod val="50000"/>
                  </a:schemeClr>
                </a:solidFill>
              </a:rPr>
              <a:t>Xp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3BAAD2-5706-FA69-D07D-9F7DC4E4570D}"/>
              </a:ext>
            </a:extLst>
          </p:cNvPr>
          <p:cNvGrpSpPr/>
          <p:nvPr/>
        </p:nvGrpSpPr>
        <p:grpSpPr>
          <a:xfrm>
            <a:off x="4577685" y="344119"/>
            <a:ext cx="1348491" cy="509906"/>
            <a:chOff x="3052838" y="601133"/>
            <a:chExt cx="1348491" cy="509906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626B023-708B-DF27-DF05-E8F27E5F4793}"/>
                </a:ext>
              </a:extLst>
            </p:cNvPr>
            <p:cNvSpPr txBox="1"/>
            <p:nvPr/>
          </p:nvSpPr>
          <p:spPr>
            <a:xfrm>
              <a:off x="3418368" y="722640"/>
              <a:ext cx="98296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ItemDatabase</a:t>
              </a: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451C029F-76C7-B237-9EAB-03735B69B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2838" y="601133"/>
              <a:ext cx="460975" cy="509906"/>
            </a:xfrm>
            <a:prstGeom prst="rect">
              <a:avLst/>
            </a:prstGeom>
          </p:spPr>
        </p:pic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8B7E705-55F7-57BA-9C98-BABFA891BD8E}"/>
              </a:ext>
            </a:extLst>
          </p:cNvPr>
          <p:cNvCxnSpPr>
            <a:cxnSpLocks/>
          </p:cNvCxnSpPr>
          <p:nvPr/>
        </p:nvCxnSpPr>
        <p:spPr>
          <a:xfrm>
            <a:off x="5151942" y="892127"/>
            <a:ext cx="0" cy="1230744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0491390-CFC6-D231-C8D5-E70B962A1485}"/>
              </a:ext>
            </a:extLst>
          </p:cNvPr>
          <p:cNvGrpSpPr/>
          <p:nvPr/>
        </p:nvGrpSpPr>
        <p:grpSpPr>
          <a:xfrm>
            <a:off x="10703112" y="138243"/>
            <a:ext cx="1491159" cy="509906"/>
            <a:chOff x="3052838" y="601133"/>
            <a:chExt cx="1491159" cy="50990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E781414-1920-25FA-F326-5B57B909B540}"/>
                </a:ext>
              </a:extLst>
            </p:cNvPr>
            <p:cNvSpPr txBox="1"/>
            <p:nvPr/>
          </p:nvSpPr>
          <p:spPr>
            <a:xfrm>
              <a:off x="3418368" y="722640"/>
              <a:ext cx="11256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bg1"/>
                  </a:solidFill>
                </a:rPr>
                <a:t>MyAction(Input)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E48E48A-F2A0-BEB2-16A2-695EB5685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2838" y="601133"/>
              <a:ext cx="460975" cy="509906"/>
            </a:xfrm>
            <a:prstGeom prst="rect">
              <a:avLst/>
            </a:prstGeom>
          </p:spPr>
        </p:pic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66FBF15-2E3A-886F-1F6E-A231107C3E2D}"/>
              </a:ext>
            </a:extLst>
          </p:cNvPr>
          <p:cNvCxnSpPr>
            <a:cxnSpLocks/>
          </p:cNvCxnSpPr>
          <p:nvPr/>
        </p:nvCxnSpPr>
        <p:spPr>
          <a:xfrm flipH="1" flipV="1">
            <a:off x="10302589" y="652395"/>
            <a:ext cx="1093994" cy="2321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C970754-769D-9B0E-74B8-F084ED65D0E6}"/>
              </a:ext>
            </a:extLst>
          </p:cNvPr>
          <p:cNvCxnSpPr>
            <a:cxnSpLocks/>
          </p:cNvCxnSpPr>
          <p:nvPr/>
        </p:nvCxnSpPr>
        <p:spPr>
          <a:xfrm flipH="1">
            <a:off x="10835779" y="729439"/>
            <a:ext cx="560804" cy="462186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21227B6-5205-CBB9-7F1C-C40E9A52FA90}"/>
              </a:ext>
            </a:extLst>
          </p:cNvPr>
          <p:cNvCxnSpPr>
            <a:cxnSpLocks/>
          </p:cNvCxnSpPr>
          <p:nvPr/>
        </p:nvCxnSpPr>
        <p:spPr>
          <a:xfrm flipH="1">
            <a:off x="10907608" y="787680"/>
            <a:ext cx="622009" cy="1486895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316B69E-647C-8E4C-D57A-F4517E7897C6}"/>
              </a:ext>
            </a:extLst>
          </p:cNvPr>
          <p:cNvGrpSpPr/>
          <p:nvPr/>
        </p:nvGrpSpPr>
        <p:grpSpPr>
          <a:xfrm>
            <a:off x="3736961" y="5576036"/>
            <a:ext cx="1774837" cy="443154"/>
            <a:chOff x="5254095" y="5130459"/>
            <a:chExt cx="1774837" cy="44315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9D8AC9B-CEF4-1989-A993-C0AD574FF764}"/>
                </a:ext>
              </a:extLst>
            </p:cNvPr>
            <p:cNvSpPr/>
            <p:nvPr/>
          </p:nvSpPr>
          <p:spPr>
            <a:xfrm>
              <a:off x="5700211" y="5147661"/>
              <a:ext cx="1328721" cy="40921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HUD Canvas</a:t>
              </a: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BFB1E623-13F9-708C-ACAB-331E81A48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4095" y="5130459"/>
              <a:ext cx="377985" cy="443154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FFD8066-E9B4-7C9B-12E5-0EB164611D73}"/>
              </a:ext>
            </a:extLst>
          </p:cNvPr>
          <p:cNvGrpSpPr/>
          <p:nvPr/>
        </p:nvGrpSpPr>
        <p:grpSpPr>
          <a:xfrm>
            <a:off x="4095866" y="3602558"/>
            <a:ext cx="1225344" cy="342900"/>
            <a:chOff x="4305301" y="2484120"/>
            <a:chExt cx="1225344" cy="342900"/>
          </a:xfrm>
        </p:grpSpPr>
        <p:sp>
          <p:nvSpPr>
            <p:cNvPr id="107" name="Rectangle: Single Corner Snipped 106">
              <a:extLst>
                <a:ext uri="{FF2B5EF4-FFF2-40B4-BE49-F238E27FC236}">
                  <a16:creationId xmlns:a16="http://schemas.microsoft.com/office/drawing/2014/main" id="{DE5B0091-2098-6720-9F06-A5F7E0B0A1F8}"/>
                </a:ext>
              </a:extLst>
            </p:cNvPr>
            <p:cNvSpPr/>
            <p:nvPr/>
          </p:nvSpPr>
          <p:spPr>
            <a:xfrm>
              <a:off x="4305301" y="2484120"/>
              <a:ext cx="261619" cy="320040"/>
            </a:xfrm>
            <a:prstGeom prst="snip1Rect">
              <a:avLst>
                <a:gd name="adj" fmla="val 24246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>
              <a:noAutofit/>
            </a:bodyPr>
            <a:lstStyle/>
            <a:p>
              <a:pPr algn="ctr"/>
              <a:r>
                <a:rPr lang="fr-FR" noProof="1">
                  <a:solidFill>
                    <a:schemeClr val="accent6">
                      <a:lumMod val="75000"/>
                    </a:schemeClr>
                  </a:solidFill>
                </a:rPr>
                <a:t>#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C16A609-E020-7E73-FC05-14792FA7BAD9}"/>
                </a:ext>
              </a:extLst>
            </p:cNvPr>
            <p:cNvSpPr txBox="1"/>
            <p:nvPr/>
          </p:nvSpPr>
          <p:spPr>
            <a:xfrm>
              <a:off x="4566920" y="2565410"/>
              <a:ext cx="9637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noProof="1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HUDManager</a:t>
              </a:r>
            </a:p>
          </p:txBody>
        </p:sp>
      </p:grp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2E7F825C-1A68-653C-296F-38211B83038A}"/>
              </a:ext>
            </a:extLst>
          </p:cNvPr>
          <p:cNvSpPr/>
          <p:nvPr/>
        </p:nvSpPr>
        <p:spPr>
          <a:xfrm>
            <a:off x="3983070" y="975532"/>
            <a:ext cx="745460" cy="2476723"/>
          </a:xfrm>
          <a:custGeom>
            <a:avLst/>
            <a:gdLst>
              <a:gd name="csX0" fmla="*/ 0 w 579863"/>
              <a:gd name="csY0" fmla="*/ 0 h 1672683"/>
              <a:gd name="csX1" fmla="*/ 0 w 579863"/>
              <a:gd name="csY1" fmla="*/ 1092820 h 1672683"/>
              <a:gd name="csX2" fmla="*/ 579863 w 579863"/>
              <a:gd name="csY2" fmla="*/ 1672683 h 16726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9863" h="1672683">
                <a:moveTo>
                  <a:pt x="0" y="0"/>
                </a:moveTo>
                <a:lnTo>
                  <a:pt x="0" y="1092820"/>
                </a:lnTo>
                <a:lnTo>
                  <a:pt x="579863" y="1672683"/>
                </a:lnTo>
              </a:path>
            </a:pathLst>
          </a:cu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0A68CB9-2DB5-7F6A-A5BD-E37FE8AEA475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4839348" y="3945458"/>
            <a:ext cx="8089" cy="141595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B9FE307-8DF6-D56C-9A51-DABD6D76B692}"/>
              </a:ext>
            </a:extLst>
          </p:cNvPr>
          <p:cNvGrpSpPr/>
          <p:nvPr/>
        </p:nvGrpSpPr>
        <p:grpSpPr>
          <a:xfrm>
            <a:off x="5990070" y="5605817"/>
            <a:ext cx="1774837" cy="443154"/>
            <a:chOff x="5254095" y="5130459"/>
            <a:chExt cx="1774837" cy="443154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12929BF1-D94F-4008-76AA-BD2012434C9B}"/>
                </a:ext>
              </a:extLst>
            </p:cNvPr>
            <p:cNvSpPr/>
            <p:nvPr/>
          </p:nvSpPr>
          <p:spPr>
            <a:xfrm>
              <a:off x="5700211" y="5147661"/>
              <a:ext cx="1328721" cy="40921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Shop Canvas</a:t>
              </a: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1255C2AE-DE0D-A0AA-C717-B1880B637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4095" y="5130459"/>
              <a:ext cx="377985" cy="443154"/>
            </a:xfrm>
            <a:prstGeom prst="rect">
              <a:avLst/>
            </a:prstGeom>
          </p:spPr>
        </p:pic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E63EE22-15CD-17CF-5CE0-12A9DD1E9E81}"/>
              </a:ext>
            </a:extLst>
          </p:cNvPr>
          <p:cNvGrpSpPr/>
          <p:nvPr/>
        </p:nvGrpSpPr>
        <p:grpSpPr>
          <a:xfrm>
            <a:off x="8243179" y="5623063"/>
            <a:ext cx="1774837" cy="443154"/>
            <a:chOff x="5254095" y="5130459"/>
            <a:chExt cx="1774837" cy="443154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104EB9F6-4DAB-364B-F2AB-9550E7841838}"/>
                </a:ext>
              </a:extLst>
            </p:cNvPr>
            <p:cNvSpPr/>
            <p:nvPr/>
          </p:nvSpPr>
          <p:spPr>
            <a:xfrm>
              <a:off x="5700211" y="5147661"/>
              <a:ext cx="1328721" cy="40921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Build Canvas</a:t>
              </a: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E1A275C4-04C3-1AC0-6F83-9418A2D9E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4095" y="5130459"/>
              <a:ext cx="377985" cy="443154"/>
            </a:xfrm>
            <a:prstGeom prst="rect">
              <a:avLst/>
            </a:prstGeom>
          </p:spPr>
        </p:pic>
      </p:grp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BC83C3E-8190-6220-CBCB-7BB99AEC8E11}"/>
              </a:ext>
            </a:extLst>
          </p:cNvPr>
          <p:cNvCxnSpPr>
            <a:cxnSpLocks/>
          </p:cNvCxnSpPr>
          <p:nvPr/>
        </p:nvCxnSpPr>
        <p:spPr>
          <a:xfrm>
            <a:off x="5589600" y="2732498"/>
            <a:ext cx="1115497" cy="271572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58C30EA-8C54-DD88-5594-BB6AF12CDB90}"/>
              </a:ext>
            </a:extLst>
          </p:cNvPr>
          <p:cNvCxnSpPr>
            <a:cxnSpLocks/>
          </p:cNvCxnSpPr>
          <p:nvPr/>
        </p:nvCxnSpPr>
        <p:spPr>
          <a:xfrm>
            <a:off x="7120076" y="2875174"/>
            <a:ext cx="1501088" cy="248623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3873C38-A118-49B4-AF21-79F65356D6B4}"/>
              </a:ext>
            </a:extLst>
          </p:cNvPr>
          <p:cNvCxnSpPr>
            <a:cxnSpLocks/>
          </p:cNvCxnSpPr>
          <p:nvPr/>
        </p:nvCxnSpPr>
        <p:spPr>
          <a:xfrm>
            <a:off x="3536409" y="2634035"/>
            <a:ext cx="587370" cy="80323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ECDE18-00FA-3377-932D-EF987AFCA063}"/>
              </a:ext>
            </a:extLst>
          </p:cNvPr>
          <p:cNvCxnSpPr>
            <a:cxnSpLocks/>
          </p:cNvCxnSpPr>
          <p:nvPr/>
        </p:nvCxnSpPr>
        <p:spPr>
          <a:xfrm flipV="1">
            <a:off x="8533583" y="741847"/>
            <a:ext cx="361791" cy="2495623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DCAC0F0-94AE-2474-48E0-0EACBA85BE9A}"/>
              </a:ext>
            </a:extLst>
          </p:cNvPr>
          <p:cNvSpPr/>
          <p:nvPr/>
        </p:nvSpPr>
        <p:spPr>
          <a:xfrm flipV="1">
            <a:off x="5667201" y="828845"/>
            <a:ext cx="745460" cy="1215800"/>
          </a:xfrm>
          <a:custGeom>
            <a:avLst/>
            <a:gdLst>
              <a:gd name="csX0" fmla="*/ 0 w 579863"/>
              <a:gd name="csY0" fmla="*/ 0 h 1672683"/>
              <a:gd name="csX1" fmla="*/ 0 w 579863"/>
              <a:gd name="csY1" fmla="*/ 1092820 h 1672683"/>
              <a:gd name="csX2" fmla="*/ 579863 w 579863"/>
              <a:gd name="csY2" fmla="*/ 1672683 h 16726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79863" h="1672683">
                <a:moveTo>
                  <a:pt x="0" y="0"/>
                </a:moveTo>
                <a:lnTo>
                  <a:pt x="0" y="1092820"/>
                </a:lnTo>
                <a:lnTo>
                  <a:pt x="579863" y="1672683"/>
                </a:lnTo>
              </a:path>
            </a:pathLst>
          </a:custGeom>
          <a:ln>
            <a:headEnd type="none" w="lg" len="lg"/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1CB964B-CB89-3C0A-69EE-5964347F0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8" y="358730"/>
            <a:ext cx="460975" cy="50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6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85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Bisic flo</dc:creator>
  <cp:lastModifiedBy>Bisic flo</cp:lastModifiedBy>
  <cp:revision>46</cp:revision>
  <dcterms:created xsi:type="dcterms:W3CDTF">2026-04-03T16:08:12Z</dcterms:created>
  <dcterms:modified xsi:type="dcterms:W3CDTF">2026-05-21T03:50:08Z</dcterms:modified>
</cp:coreProperties>
</file>